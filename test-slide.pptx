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526" y="228600"/>
            <a:ext cx="0" cy="371475"/>
          </a:xfrm>
          <a:prstGeom prst="line">
            <a:avLst/>
          </a:prstGeom>
          <a:noFill/>
          <a:ln w="9525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1551" y="228600"/>
            <a:ext cx="855631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3901" y="930176"/>
            <a:ext cx="880892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球馆基本情况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3901" y="1269802"/>
            <a:ext cx="8636198" cy="103882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北京连锁品牌，专业运营经验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地理位置优越，地铁直达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教练团队素质高，专业水平突出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设施完善，场地专业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2626072"/>
            <a:ext cx="880892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当前挑战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3901" y="2965698"/>
            <a:ext cx="8636198" cy="76959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周边小区人口密度相对较低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需要扩大品牌知名度和影响力</a:t>
            </a:r>
            <a:endParaRPr lang="en-US" sz="1400" dirty="0"/>
          </a:p>
          <a:p>
            <a:pPr algn="l" marL="127000" indent="-1270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生源获取渠道有限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3901" y="4052739"/>
            <a:ext cx="880892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核心需求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3901" y="4392364"/>
            <a:ext cx="8636198" cy="23113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生源拓展：增加学员数量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2026-01-18T08:57:17Z</dcterms:created>
  <dcterms:modified xsi:type="dcterms:W3CDTF">2026-01-18T08:57:17Z</dcterms:modified>
</cp:coreProperties>
</file>