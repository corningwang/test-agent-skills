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1200" y="846237"/>
            <a:ext cx="5181600" cy="3451027"/>
          </a:xfrm>
          <a:prstGeom prst="roundRect">
            <a:avLst>
              <a:gd name="adj" fmla="val 4416"/>
            </a:avLst>
          </a:prstGeom>
          <a:solidFill>
            <a:srgbClr val="FFFFFF">
              <a:alpha val="95000"/>
            </a:srgbClr>
          </a:solidFill>
          <a:ln/>
          <a:effectLst>
            <a:outerShdw sx="100000" sy="100000" kx="0" ky="0" algn="bl" rotWithShape="0" blurRad="304800" dist="1016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06624" y="1354187"/>
            <a:ext cx="3730752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搏鸣乒乓球馆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706624" y="2417713"/>
            <a:ext cx="373075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06624" y="3265438"/>
            <a:ext cx="37307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生源拓展与品牌合作策略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搏鸣乒乓球馆发展方案</dc:title>
  <dc:subject>PptxGenJS Presentation</dc:subject>
  <dc:creator>搏鸣乒乓球馆</dc:creator>
  <cp:lastModifiedBy>搏鸣乒乓球馆</cp:lastModifiedBy>
  <cp:revision>1</cp:revision>
  <dcterms:created xsi:type="dcterms:W3CDTF">2026-01-18T08:46:43Z</dcterms:created>
  <dcterms:modified xsi:type="dcterms:W3CDTF">2026-01-18T08:46:43Z</dcterms:modified>
</cp:coreProperties>
</file>